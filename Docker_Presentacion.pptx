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INTRODUCCIÓN A DOCKER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para el desarrollo moderno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4 horas | Teoría + Práctica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DEL CURSO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Introducción a Docker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38988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Qué es, arquitectura y conceptos clave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30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Imágenes y Contenedores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98424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Ciclo de vida y comandos básicos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30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3774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Laboratorio 1: Primeros pasos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578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Ejecutar y gestionar contenedores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45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2971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Dockerfile y construcción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17296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Crear imágenes personalizadas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30 min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3566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Laboratorio 2: Tu primera imagen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76732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Construir aplicación containerizada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45 min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4160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Docker Compose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436168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Aplicaciones multi-contenedor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30 min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47548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88720" y="47548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Laboratorio 3: App completa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88720" y="495604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Base de datos + Backend + Frontend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60 min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DOCKER?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 una plataforma de </a:t>
            </a:r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permite empaquetar aplicaciones con todas sus dependencias en unidades estandarizadas llamadas </a:t>
            </a:r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📦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Portabilidad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Funciona igual en desarrollo, testing y producción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Ligereza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Comparte el kernel del SO, no necesita virtualización completa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🔄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30936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Consistencia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Misma imagen = mismo comportamiento en cualquier entorno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 DOCKER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200400" cy="731520"/>
          </a:xfrm>
          <a:prstGeom prst="rect">
            <a:avLst/>
          </a:prstGeom>
          <a:solidFill>
            <a:srgbClr val="00A896"/>
          </a:solidFill>
          <a:ln w="25400">
            <a:solidFill>
              <a:srgbClr val="014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Docker Client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CLI: docker run, docker build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2194560"/>
            <a:ext cx="548640" cy="365760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560320"/>
            <a:ext cx="3200400" cy="731520"/>
          </a:xfrm>
          <a:prstGeom prst="rect">
            <a:avLst/>
          </a:prstGeom>
          <a:solidFill>
            <a:srgbClr val="028090"/>
          </a:solidFill>
          <a:ln w="25400">
            <a:solidFill>
              <a:srgbClr val="014F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Docker Daemon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Motor que gestiona contenedores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3383280"/>
            <a:ext cx="548640" cy="365760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749040"/>
            <a:ext cx="3200400" cy="731520"/>
          </a:xfrm>
          <a:prstGeom prst="rect">
            <a:avLst/>
          </a:prstGeom>
          <a:solidFill>
            <a:srgbClr val="00A896"/>
          </a:solidFill>
          <a:ln w="25400">
            <a:solidFill>
              <a:srgbClr val="014F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Docker Registry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Repositorio de imágenes (Docker Hub)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FLUJO DE TRABAJO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C3E50"/>
                </a:solidFill>
              </a:rPr>
              <a:t>1. Escribes un Dockerfile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C3E50"/>
                </a:solidFill>
              </a:rPr>
              <a:t>2. Construyes una imagen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C3E50"/>
                </a:solidFill>
              </a:rPr>
              <a:t>3. Subes la imagen al registro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C3E50"/>
                </a:solidFill>
              </a:rPr>
              <a:t>4. Ejecutas contenedores desde la imagen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C3E50"/>
                </a:solidFill>
              </a:rPr>
              <a:t>5. Los contenedores se ejecutan aislados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CONCEPTOS CLAVE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8288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Imagen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5176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Plantilla de solo lectura con instrucciones para crear un contenedor. Incluye código, runtime, librerías y dependencias.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0" y="1325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ubuntu:20.04, nginx:latest, node:18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8288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Contenedor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Instancia ejecutable de una imagen. Proceso aislado que ejecuta tu aplicación.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nginx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8288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Dockerfile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Archivo de texto con instrucciones para construir una imagen Docker.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2971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FROM, RUN, COPY, CMD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18288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Volume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Almacenamiento persistente para datos que sobreviven al ciclo de vida del contenedor.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/data:/app/data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IMAGEN vs CONTENEDOR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097280" y="1188720"/>
            <a:ext cx="32004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📄 IMAGEN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Plantilla inmutable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Se construye una vez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Se almacena en registro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Compuesta por capas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Similar a una clase en POO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0" y="1188720"/>
            <a:ext cx="32004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188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📦 CONTENEDOR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Instancia ejecutable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Se puede crear/detener/eliminar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Tiene estado en runtime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Añade capa escribible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Similar a un objeto en POO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💡 Analogía: La imagen es la receta, el contenedor es el plato preparado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COMANDOS BÁSICOS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20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&lt;imagen&gt;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440" y="1234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Descargar imagen desde Docker Hub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3840480" cy="320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184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6184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Listar imágenes locales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56816"/>
            <a:ext cx="3840480" cy="320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025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&lt;imagen&gt;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0025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Crear y ejecutar un contenedor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340864"/>
            <a:ext cx="3840480" cy="320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865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3865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Listar contenedores en ejecución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724912"/>
            <a:ext cx="3840480" cy="320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70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7706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Listar todos los contenedores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3840480" cy="320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154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Detener un contenedor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493008"/>
            <a:ext cx="3840480" cy="320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38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&lt;id&gt;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5387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Eliminar un contenedor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877056"/>
            <a:ext cx="3840480" cy="320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227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&lt;imagen&gt;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39227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Eliminar una imagen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261104"/>
            <a:ext cx="3840480" cy="320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068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&lt;id&gt;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43068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Ver logs de un contenedor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645152"/>
            <a:ext cx="3840480" cy="320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690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bash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3440" y="4690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Ejecutar comando en contenedor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DOCKERFILE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Archivo que define cómo construir tu imagen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114800" cy="2926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node:18-alpine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["npm", "start"]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645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Imagen 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2084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084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Directorio de trabajo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5237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5237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Copiar archivos al contenedor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9626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2962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Ejecutar comandos al construir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4015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Documentar puerto expuesto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Comando por defecto al iniciar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COMPOSE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Herramienta para definir y ejecutar aplicaciones multi-contenedor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389120" cy="27432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'3.8'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"3000:3000"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postgres:15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POSTGRES_PASSWORD: secret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BENEFICIOS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Define toda tu aplicación en un archivo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Levanta múltiples servicios con un comando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Gestiona redes y volúmenes automáticamente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Ideal para desarrollo y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4297680"/>
            <a:ext cx="320040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VENTAJAS DE DOCKER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Despliegue rápido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Desde commit hasta producción en minutos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137160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8056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Aislamiento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Cada contenedor ejecuta en su propio espacio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Eficiencia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Mejor uso de recursos vs VMs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74320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64592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DevOps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Integración perfecta con CI/CD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274320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48056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Microservicios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Arquitectura modular y escalable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274320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31520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Portabilidad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6656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Funciona en cualquier infraestructura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CASOS DE USO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Desarrollo Local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642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Replicar el entorno de producción en tu laptop. No más 'en mi máquina funciona'.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5432:5432 postgres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CI/CD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871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Ejecutar tests en contenedores aislados. Construir, testear y desplegar automáticamente.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= Pipeline potente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Microservicios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310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Cada servicio en su propio contenedor. Escala independientemente según demanda.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337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Auth, API, Workers, cada uno en Docker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8404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Aplicaciones Legacy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133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Containeriza apps antiguas sin modificarlas. Extiende su vida útil.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5.6 en producción 2025? ✅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LABORATORIOS PRÁCTICOS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Lab 1: Primeros Pasos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Ejecutar contenedores, gestión básica | 45 min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Lab 2: Tu Primera Imagen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Crear Dockerfile, construir imagen | 45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Lab 3: App Multi-Contenedor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Docker Compose, base de datos + app | 60 min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MEJORES PRÁCTICAS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Imágenes pequeñas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536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Usa imágenes alpine cuando sea posible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0" y="1280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Tags específicos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536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Evita :latest en producción, usa :1.2.3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Multi-stage builds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176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Separa build de runtime para reducir tamaño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🗑️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1208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Limpieza de capas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176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RUN apt-get update &amp;&amp; apt-get install &amp;&amp; rm -rf /var/lib/apt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2560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No secrets en imágenes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816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Usa variables de entorno o Docker secrets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12080" y="2560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Usuario no-root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816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USER node para ejecutar como usuario sin privilegios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.dockerignore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456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Excluye node_modules, .git, etc del contexto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12080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Health checks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456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HEALTHCHECK para monitoreo de contenedores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F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RECURSOS Y PRÓXIMOS PASOS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📚 DOCUMENTACIÓN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docs.docker.com - Documentación oficial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hub.docker.com - Repositorio de imágenes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play-with-docker.com - Playground online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docker.com/blog - Blog oficial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🚀 TEMAS AVANZADOS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737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Kubernetes y orquestación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0574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057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Docker Swarm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377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Seguridad en contenedores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697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Optimización de imágenes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0175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3017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Monitoreo y logging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3375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3337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Registro privado (Harbor)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🏆 Certificación Docker (DCA)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¡MANOS A LA OBRA!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hora de practicar con los laboratorios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Recuerda: La mejor forma de aprender Docker es usándolo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Docker</dc:title>
  <dc:subject>PptxGenJS Presentation</dc:subject>
  <dc:creator>Instructor Docker</dc:creator>
  <cp:lastModifiedBy>Instructor Docker</cp:lastModifiedBy>
  <cp:revision>1</cp:revision>
  <dcterms:created xsi:type="dcterms:W3CDTF">2026-02-17T02:55:59Z</dcterms:created>
  <dcterms:modified xsi:type="dcterms:W3CDTF">2026-02-17T02:55:59Z</dcterms:modified>
</cp:coreProperties>
</file>